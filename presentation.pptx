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Encoding Both Ways:</a:t>
            </a:r>
            <a:br/>
            <a:r>
              <a:t>Payload-Enhanced Reversible Data Hiding in Encrypted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Huang, Dang &amp; Weng (JISA,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Higher RDHEI payload is always desirable.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Encode embeddable positions both ways.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Aim: more payload + exact recovery.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data into an encrypted image without the plaintext.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Keep encryption strong (high entropy).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Extract data and recover the exact original.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Zhang 2011/2012: first (separable) RDHEI, low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Puteaux-Puech 2018: MSB prediction, ~1 bpp.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a specific high-capacity/secure RDHEI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 image.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Encode embeddable positions (bidirectional / MSB).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payload; recover exactly.</a:t>
            </a:r>
          </a:p>
        </p:txBody>
      </p:sp>
      <p:pic>
        <p:nvPicPr>
          <p:cNvPr id="5" name="Picture 4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13420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Owner encrypts.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Data hider embeds in the encrypted domain.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Receiver extracts payload.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Receiver recovers the exact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Encryption: strong cipher (entropy ~ 8 bits).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MSB of predictable pixels replaced by payload bits.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Recovery: decrypt low bits + predict MSB from neighbours.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8 USC-SIPI 512x512 grayscale images.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Metrics: net rate (bpp), encrypted entropy, exact recovery, payload correctness.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Near 1 bpp.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Encrypted entropy ~8.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Exact recovery.</a:t>
            </a:r>
          </a:p>
        </p:txBody>
      </p:sp>
      <p:pic>
        <p:nvPicPr>
          <p:cNvPr id="5" name="Picture 4" descr="fig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1615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High payload.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Strong encryption.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Bidirectional encoding approximated.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Gross rate.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Overhead not modelled.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Exact bidirectional encoding.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Payload-gain analysis.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Larger corpora.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a high-capacity reversible-in-encrypted-domain scheme.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Near-1-bpp rate, strong encryption, and exact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Huang et al. Bidirectional-Encoding RDHEI. JISA 93, 2025.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Puteaux &amp; Puech. MSB-prediction RDHEI. IEEE TIFS 13(7), 2018.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Zhang. Separable RDHEI. IEEE TIFS 7(2), 2012.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